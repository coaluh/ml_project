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61" r:id="rId6"/>
    <p:sldId id="262" r:id="rId7"/>
    <p:sldId id="257" r:id="rId8"/>
    <p:sldId id="258" r:id="rId9"/>
    <p:sldId id="259" r:id="rId10"/>
    <p:sldId id="263" r:id="rId11"/>
    <p:sldId id="260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BA182-F7AE-3F49-8D28-613B9D599E57}" v="41" dt="2025-11-06T18:15:56.449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dy Uhl" userId="11fec3ed-fd1b-48f9-9f9a-aac12487f9a5" providerId="ADAL" clId="{E9CBC724-D3D6-5FBB-BA83-D5D8D8110B5F}"/>
    <pc:docChg chg="undo custSel addSld modSld sldOrd">
      <pc:chgData name="Cody Uhl" userId="11fec3ed-fd1b-48f9-9f9a-aac12487f9a5" providerId="ADAL" clId="{E9CBC724-D3D6-5FBB-BA83-D5D8D8110B5F}" dt="2025-11-04T20:58:36.132" v="619" actId="12"/>
      <pc:docMkLst>
        <pc:docMk/>
      </pc:docMkLst>
      <pc:sldChg chg="addSp modSp new mod setBg addAnim">
        <pc:chgData name="Cody Uhl" userId="11fec3ed-fd1b-48f9-9f9a-aac12487f9a5" providerId="ADAL" clId="{E9CBC724-D3D6-5FBB-BA83-D5D8D8110B5F}" dt="2025-11-04T20:56:52.697" v="588"/>
        <pc:sldMkLst>
          <pc:docMk/>
          <pc:sldMk cId="2453241441" sldId="256"/>
        </pc:sldMkLst>
        <pc:spChg chg="mod">
          <ac:chgData name="Cody Uhl" userId="11fec3ed-fd1b-48f9-9f9a-aac12487f9a5" providerId="ADAL" clId="{E9CBC724-D3D6-5FBB-BA83-D5D8D8110B5F}" dt="2025-11-04T20:56:52.689" v="586" actId="26606"/>
          <ac:spMkLst>
            <pc:docMk/>
            <pc:sldMk cId="2453241441" sldId="256"/>
            <ac:spMk id="2" creationId="{ACA807E8-0EDD-A5F5-D31B-A4CE4D8B5007}"/>
          </ac:spMkLst>
        </pc:spChg>
        <pc:spChg chg="mod">
          <ac:chgData name="Cody Uhl" userId="11fec3ed-fd1b-48f9-9f9a-aac12487f9a5" providerId="ADAL" clId="{E9CBC724-D3D6-5FBB-BA83-D5D8D8110B5F}" dt="2025-11-04T20:56:52.689" v="586" actId="26606"/>
          <ac:spMkLst>
            <pc:docMk/>
            <pc:sldMk cId="2453241441" sldId="256"/>
            <ac:spMk id="3" creationId="{79F427F5-9AFD-E5F1-3F7F-15CB820D6CE8}"/>
          </ac:spMkLst>
        </pc:spChg>
        <pc:spChg chg="add">
          <ac:chgData name="Cody Uhl" userId="11fec3ed-fd1b-48f9-9f9a-aac12487f9a5" providerId="ADAL" clId="{E9CBC724-D3D6-5FBB-BA83-D5D8D8110B5F}" dt="2025-11-04T20:56:52.689" v="586" actId="26606"/>
          <ac:spMkLst>
            <pc:docMk/>
            <pc:sldMk cId="2453241441" sldId="256"/>
            <ac:spMk id="9" creationId="{9B7AD9F6-8CE7-4299-8FC6-328F4DCD3FF9}"/>
          </ac:spMkLst>
        </pc:spChg>
        <pc:spChg chg="add">
          <ac:chgData name="Cody Uhl" userId="11fec3ed-fd1b-48f9-9f9a-aac12487f9a5" providerId="ADAL" clId="{E9CBC724-D3D6-5FBB-BA83-D5D8D8110B5F}" dt="2025-11-04T20:56:52.689" v="586" actId="26606"/>
          <ac:spMkLst>
            <pc:docMk/>
            <pc:sldMk cId="2453241441" sldId="256"/>
            <ac:spMk id="11" creationId="{F49775AF-8896-43EE-92C6-83497D6DC56F}"/>
          </ac:spMkLst>
        </pc:spChg>
        <pc:picChg chg="add">
          <ac:chgData name="Cody Uhl" userId="11fec3ed-fd1b-48f9-9f9a-aac12487f9a5" providerId="ADAL" clId="{E9CBC724-D3D6-5FBB-BA83-D5D8D8110B5F}" dt="2025-11-04T20:56:52.689" v="586" actId="26606"/>
          <ac:picMkLst>
            <pc:docMk/>
            <pc:sldMk cId="2453241441" sldId="256"/>
            <ac:picMk id="5" creationId="{E2029998-DC67-54B2-ED03-BC821D904300}"/>
          </ac:picMkLst>
        </pc:picChg>
      </pc:sldChg>
      <pc:sldChg chg="addSp delSp modSp new mod setBg">
        <pc:chgData name="Cody Uhl" userId="11fec3ed-fd1b-48f9-9f9a-aac12487f9a5" providerId="ADAL" clId="{E9CBC724-D3D6-5FBB-BA83-D5D8D8110B5F}" dt="2025-11-04T20:55:39.511" v="574" actId="27636"/>
        <pc:sldMkLst>
          <pc:docMk/>
          <pc:sldMk cId="2817837270" sldId="257"/>
        </pc:sldMkLst>
        <pc:spChg chg="mod">
          <ac:chgData name="Cody Uhl" userId="11fec3ed-fd1b-48f9-9f9a-aac12487f9a5" providerId="ADAL" clId="{E9CBC724-D3D6-5FBB-BA83-D5D8D8110B5F}" dt="2025-11-04T20:54:44.057" v="560" actId="26606"/>
          <ac:spMkLst>
            <pc:docMk/>
            <pc:sldMk cId="2817837270" sldId="257"/>
            <ac:spMk id="2" creationId="{CCB846AC-F72A-7681-6D31-1EF8C8DE5686}"/>
          </ac:spMkLst>
        </pc:spChg>
        <pc:spChg chg="add mod">
          <ac:chgData name="Cody Uhl" userId="11fec3ed-fd1b-48f9-9f9a-aac12487f9a5" providerId="ADAL" clId="{E9CBC724-D3D6-5FBB-BA83-D5D8D8110B5F}" dt="2025-11-04T20:55:39.511" v="574" actId="27636"/>
          <ac:spMkLst>
            <pc:docMk/>
            <pc:sldMk cId="2817837270" sldId="257"/>
            <ac:spMk id="5" creationId="{6B4DF084-3FE0-9883-451B-E1A78C9DC9F2}"/>
          </ac:spMkLst>
        </pc:spChg>
        <pc:spChg chg="add">
          <ac:chgData name="Cody Uhl" userId="11fec3ed-fd1b-48f9-9f9a-aac12487f9a5" providerId="ADAL" clId="{E9CBC724-D3D6-5FBB-BA83-D5D8D8110B5F}" dt="2025-11-04T20:54:44.057" v="560" actId="26606"/>
          <ac:spMkLst>
            <pc:docMk/>
            <pc:sldMk cId="2817837270" sldId="257"/>
            <ac:spMk id="45" creationId="{32AEEBC8-9D30-42EF-95F2-386C2653FBF0}"/>
          </ac:spMkLst>
        </pc:spChg>
        <pc:spChg chg="add">
          <ac:chgData name="Cody Uhl" userId="11fec3ed-fd1b-48f9-9f9a-aac12487f9a5" providerId="ADAL" clId="{E9CBC724-D3D6-5FBB-BA83-D5D8D8110B5F}" dt="2025-11-04T20:54:44.057" v="560" actId="26606"/>
          <ac:spMkLst>
            <pc:docMk/>
            <pc:sldMk cId="2817837270" sldId="257"/>
            <ac:spMk id="46" creationId="{2E92FA66-67D7-4CB4-94D3-E643A9AD4757}"/>
          </ac:spMkLst>
        </pc:spChg>
        <pc:graphicFrameChg chg="add mod ord modGraphic">
          <ac:chgData name="Cody Uhl" userId="11fec3ed-fd1b-48f9-9f9a-aac12487f9a5" providerId="ADAL" clId="{E9CBC724-D3D6-5FBB-BA83-D5D8D8110B5F}" dt="2025-11-04T20:54:44.057" v="560" actId="26606"/>
          <ac:graphicFrameMkLst>
            <pc:docMk/>
            <pc:sldMk cId="2817837270" sldId="257"/>
            <ac:graphicFrameMk id="4" creationId="{EE9D46F9-54E1-A45A-6735-BE7CC327C429}"/>
          </ac:graphicFrameMkLst>
        </pc:graphicFrameChg>
      </pc:sldChg>
      <pc:sldChg chg="addSp modSp new mod setBg">
        <pc:chgData name="Cody Uhl" userId="11fec3ed-fd1b-48f9-9f9a-aac12487f9a5" providerId="ADAL" clId="{E9CBC724-D3D6-5FBB-BA83-D5D8D8110B5F}" dt="2025-11-04T20:53:46.751" v="540" actId="26606"/>
        <pc:sldMkLst>
          <pc:docMk/>
          <pc:sldMk cId="962154015" sldId="258"/>
        </pc:sldMkLst>
        <pc:spChg chg="mod">
          <ac:chgData name="Cody Uhl" userId="11fec3ed-fd1b-48f9-9f9a-aac12487f9a5" providerId="ADAL" clId="{E9CBC724-D3D6-5FBB-BA83-D5D8D8110B5F}" dt="2025-11-04T20:53:46.751" v="540" actId="26606"/>
          <ac:spMkLst>
            <pc:docMk/>
            <pc:sldMk cId="962154015" sldId="258"/>
            <ac:spMk id="2" creationId="{ED6128EB-DBA6-33EA-34DB-CF0146DB0D27}"/>
          </ac:spMkLst>
        </pc:spChg>
        <pc:spChg chg="mod">
          <ac:chgData name="Cody Uhl" userId="11fec3ed-fd1b-48f9-9f9a-aac12487f9a5" providerId="ADAL" clId="{E9CBC724-D3D6-5FBB-BA83-D5D8D8110B5F}" dt="2025-11-04T20:53:46.751" v="540" actId="26606"/>
          <ac:spMkLst>
            <pc:docMk/>
            <pc:sldMk cId="962154015" sldId="258"/>
            <ac:spMk id="3" creationId="{22F6B245-B842-13BD-3F52-CDA746691864}"/>
          </ac:spMkLst>
        </pc:spChg>
        <pc:spChg chg="add">
          <ac:chgData name="Cody Uhl" userId="11fec3ed-fd1b-48f9-9f9a-aac12487f9a5" providerId="ADAL" clId="{E9CBC724-D3D6-5FBB-BA83-D5D8D8110B5F}" dt="2025-11-04T20:53:46.751" v="540" actId="26606"/>
          <ac:spMkLst>
            <pc:docMk/>
            <pc:sldMk cId="962154015" sldId="258"/>
            <ac:spMk id="8" creationId="{777A147A-9ED8-46B4-8660-1B3C2AA880B5}"/>
          </ac:spMkLst>
        </pc:spChg>
        <pc:spChg chg="add">
          <ac:chgData name="Cody Uhl" userId="11fec3ed-fd1b-48f9-9f9a-aac12487f9a5" providerId="ADAL" clId="{E9CBC724-D3D6-5FBB-BA83-D5D8D8110B5F}" dt="2025-11-04T20:53:46.751" v="540" actId="26606"/>
          <ac:spMkLst>
            <pc:docMk/>
            <pc:sldMk cId="962154015" sldId="258"/>
            <ac:spMk id="10" creationId="{5D6C15A0-C087-4593-8414-2B4EC1CDC3DE}"/>
          </ac:spMkLst>
        </pc:spChg>
      </pc:sldChg>
      <pc:sldChg chg="addSp delSp modSp new mod setBg">
        <pc:chgData name="Cody Uhl" userId="11fec3ed-fd1b-48f9-9f9a-aac12487f9a5" providerId="ADAL" clId="{E9CBC724-D3D6-5FBB-BA83-D5D8D8110B5F}" dt="2025-11-04T20:55:21.116" v="570" actId="115"/>
        <pc:sldMkLst>
          <pc:docMk/>
          <pc:sldMk cId="2768396919" sldId="259"/>
        </pc:sldMkLst>
        <pc:spChg chg="mod">
          <ac:chgData name="Cody Uhl" userId="11fec3ed-fd1b-48f9-9f9a-aac12487f9a5" providerId="ADAL" clId="{E9CBC724-D3D6-5FBB-BA83-D5D8D8110B5F}" dt="2025-11-04T20:53:26.228" v="535" actId="26606"/>
          <ac:spMkLst>
            <pc:docMk/>
            <pc:sldMk cId="2768396919" sldId="259"/>
            <ac:spMk id="2" creationId="{F12FB2D8-2317-3F21-E8C3-15DD196F06B1}"/>
          </ac:spMkLst>
        </pc:spChg>
        <pc:spChg chg="add mod">
          <ac:chgData name="Cody Uhl" userId="11fec3ed-fd1b-48f9-9f9a-aac12487f9a5" providerId="ADAL" clId="{E9CBC724-D3D6-5FBB-BA83-D5D8D8110B5F}" dt="2025-11-04T20:53:37.098" v="539" actId="20577"/>
          <ac:spMkLst>
            <pc:docMk/>
            <pc:sldMk cId="2768396919" sldId="259"/>
            <ac:spMk id="5" creationId="{7F1087C5-6F59-B2A8-A8BA-35A579F0CA2C}"/>
          </ac:spMkLst>
        </pc:spChg>
        <pc:spChg chg="add">
          <ac:chgData name="Cody Uhl" userId="11fec3ed-fd1b-48f9-9f9a-aac12487f9a5" providerId="ADAL" clId="{E9CBC724-D3D6-5FBB-BA83-D5D8D8110B5F}" dt="2025-11-04T20:53:26.228" v="535" actId="26606"/>
          <ac:spMkLst>
            <pc:docMk/>
            <pc:sldMk cId="2768396919" sldId="259"/>
            <ac:spMk id="10" creationId="{32AEEBC8-9D30-42EF-95F2-386C2653FBF0}"/>
          </ac:spMkLst>
        </pc:spChg>
        <pc:spChg chg="add">
          <ac:chgData name="Cody Uhl" userId="11fec3ed-fd1b-48f9-9f9a-aac12487f9a5" providerId="ADAL" clId="{E9CBC724-D3D6-5FBB-BA83-D5D8D8110B5F}" dt="2025-11-04T20:53:26.228" v="535" actId="26606"/>
          <ac:spMkLst>
            <pc:docMk/>
            <pc:sldMk cId="2768396919" sldId="259"/>
            <ac:spMk id="12" creationId="{2E92FA66-67D7-4CB4-94D3-E643A9AD4757}"/>
          </ac:spMkLst>
        </pc:spChg>
        <pc:graphicFrameChg chg="add mod ord modGraphic">
          <ac:chgData name="Cody Uhl" userId="11fec3ed-fd1b-48f9-9f9a-aac12487f9a5" providerId="ADAL" clId="{E9CBC724-D3D6-5FBB-BA83-D5D8D8110B5F}" dt="2025-11-04T20:55:21.116" v="570" actId="115"/>
          <ac:graphicFrameMkLst>
            <pc:docMk/>
            <pc:sldMk cId="2768396919" sldId="259"/>
            <ac:graphicFrameMk id="4" creationId="{E642763F-E211-6A45-7DC2-CE31099FA5F4}"/>
          </ac:graphicFrameMkLst>
        </pc:graphicFrameChg>
      </pc:sldChg>
      <pc:sldChg chg="addSp modSp new mod setBg">
        <pc:chgData name="Cody Uhl" userId="11fec3ed-fd1b-48f9-9f9a-aac12487f9a5" providerId="ADAL" clId="{E9CBC724-D3D6-5FBB-BA83-D5D8D8110B5F}" dt="2025-11-04T20:58:36.132" v="619" actId="12"/>
        <pc:sldMkLst>
          <pc:docMk/>
          <pc:sldMk cId="1355826986" sldId="260"/>
        </pc:sldMkLst>
        <pc:spChg chg="mod">
          <ac:chgData name="Cody Uhl" userId="11fec3ed-fd1b-48f9-9f9a-aac12487f9a5" providerId="ADAL" clId="{E9CBC724-D3D6-5FBB-BA83-D5D8D8110B5F}" dt="2025-11-04T20:57:11.283" v="589" actId="26606"/>
          <ac:spMkLst>
            <pc:docMk/>
            <pc:sldMk cId="1355826986" sldId="260"/>
            <ac:spMk id="2" creationId="{1605E7EE-A376-9199-7513-7E0E54B95EF1}"/>
          </ac:spMkLst>
        </pc:spChg>
        <pc:spChg chg="mod">
          <ac:chgData name="Cody Uhl" userId="11fec3ed-fd1b-48f9-9f9a-aac12487f9a5" providerId="ADAL" clId="{E9CBC724-D3D6-5FBB-BA83-D5D8D8110B5F}" dt="2025-11-04T20:58:36.132" v="619" actId="12"/>
          <ac:spMkLst>
            <pc:docMk/>
            <pc:sldMk cId="1355826986" sldId="260"/>
            <ac:spMk id="3" creationId="{FEBEB300-4020-A3DC-5063-1801B999542D}"/>
          </ac:spMkLst>
        </pc:spChg>
        <pc:spChg chg="add">
          <ac:chgData name="Cody Uhl" userId="11fec3ed-fd1b-48f9-9f9a-aac12487f9a5" providerId="ADAL" clId="{E9CBC724-D3D6-5FBB-BA83-D5D8D8110B5F}" dt="2025-11-04T20:57:11.283" v="589" actId="26606"/>
          <ac:spMkLst>
            <pc:docMk/>
            <pc:sldMk cId="1355826986" sldId="260"/>
            <ac:spMk id="8" creationId="{777A147A-9ED8-46B4-8660-1B3C2AA880B5}"/>
          </ac:spMkLst>
        </pc:spChg>
        <pc:spChg chg="add">
          <ac:chgData name="Cody Uhl" userId="11fec3ed-fd1b-48f9-9f9a-aac12487f9a5" providerId="ADAL" clId="{E9CBC724-D3D6-5FBB-BA83-D5D8D8110B5F}" dt="2025-11-04T20:57:11.283" v="589" actId="26606"/>
          <ac:spMkLst>
            <pc:docMk/>
            <pc:sldMk cId="1355826986" sldId="260"/>
            <ac:spMk id="10" creationId="{5D6C15A0-C087-4593-8414-2B4EC1CDC3DE}"/>
          </ac:spMkLst>
        </pc:spChg>
      </pc:sldChg>
      <pc:sldChg chg="addSp modSp new mod setBg">
        <pc:chgData name="Cody Uhl" userId="11fec3ed-fd1b-48f9-9f9a-aac12487f9a5" providerId="ADAL" clId="{E9CBC724-D3D6-5FBB-BA83-D5D8D8110B5F}" dt="2025-11-04T20:56:45.633" v="585" actId="5793"/>
        <pc:sldMkLst>
          <pc:docMk/>
          <pc:sldMk cId="655820229" sldId="261"/>
        </pc:sldMkLst>
        <pc:spChg chg="mod">
          <ac:chgData name="Cody Uhl" userId="11fec3ed-fd1b-48f9-9f9a-aac12487f9a5" providerId="ADAL" clId="{E9CBC724-D3D6-5FBB-BA83-D5D8D8110B5F}" dt="2025-11-04T20:56:18.994" v="578" actId="26606"/>
          <ac:spMkLst>
            <pc:docMk/>
            <pc:sldMk cId="655820229" sldId="261"/>
            <ac:spMk id="2" creationId="{75D855C0-8BC9-B213-E974-1A48AFB5E64B}"/>
          </ac:spMkLst>
        </pc:spChg>
        <pc:spChg chg="mod">
          <ac:chgData name="Cody Uhl" userId="11fec3ed-fd1b-48f9-9f9a-aac12487f9a5" providerId="ADAL" clId="{E9CBC724-D3D6-5FBB-BA83-D5D8D8110B5F}" dt="2025-11-04T20:56:45.633" v="585" actId="5793"/>
          <ac:spMkLst>
            <pc:docMk/>
            <pc:sldMk cId="655820229" sldId="261"/>
            <ac:spMk id="3" creationId="{36B92E17-7BB5-695C-9902-D3CC7150926D}"/>
          </ac:spMkLst>
        </pc:spChg>
        <pc:spChg chg="add">
          <ac:chgData name="Cody Uhl" userId="11fec3ed-fd1b-48f9-9f9a-aac12487f9a5" providerId="ADAL" clId="{E9CBC724-D3D6-5FBB-BA83-D5D8D8110B5F}" dt="2025-11-04T20:56:18.994" v="578" actId="26606"/>
          <ac:spMkLst>
            <pc:docMk/>
            <pc:sldMk cId="655820229" sldId="261"/>
            <ac:spMk id="8" creationId="{777A147A-9ED8-46B4-8660-1B3C2AA880B5}"/>
          </ac:spMkLst>
        </pc:spChg>
        <pc:spChg chg="add">
          <ac:chgData name="Cody Uhl" userId="11fec3ed-fd1b-48f9-9f9a-aac12487f9a5" providerId="ADAL" clId="{E9CBC724-D3D6-5FBB-BA83-D5D8D8110B5F}" dt="2025-11-04T20:56:18.994" v="578" actId="26606"/>
          <ac:spMkLst>
            <pc:docMk/>
            <pc:sldMk cId="655820229" sldId="261"/>
            <ac:spMk id="10" creationId="{5D6C15A0-C087-4593-8414-2B4EC1CDC3DE}"/>
          </ac:spMkLst>
        </pc:spChg>
      </pc:sldChg>
      <pc:sldChg chg="addSp modSp new mod setBg">
        <pc:chgData name="Cody Uhl" userId="11fec3ed-fd1b-48f9-9f9a-aac12487f9a5" providerId="ADAL" clId="{E9CBC724-D3D6-5FBB-BA83-D5D8D8110B5F}" dt="2025-11-04T20:56:07.340" v="577" actId="5793"/>
        <pc:sldMkLst>
          <pc:docMk/>
          <pc:sldMk cId="2686619187" sldId="262"/>
        </pc:sldMkLst>
        <pc:spChg chg="mod">
          <ac:chgData name="Cody Uhl" userId="11fec3ed-fd1b-48f9-9f9a-aac12487f9a5" providerId="ADAL" clId="{E9CBC724-D3D6-5FBB-BA83-D5D8D8110B5F}" dt="2025-11-04T20:55:59.116" v="575" actId="26606"/>
          <ac:spMkLst>
            <pc:docMk/>
            <pc:sldMk cId="2686619187" sldId="262"/>
            <ac:spMk id="2" creationId="{D7526F3A-3EEA-6DD6-52B9-F831D7B10E89}"/>
          </ac:spMkLst>
        </pc:spChg>
        <pc:spChg chg="mod">
          <ac:chgData name="Cody Uhl" userId="11fec3ed-fd1b-48f9-9f9a-aac12487f9a5" providerId="ADAL" clId="{E9CBC724-D3D6-5FBB-BA83-D5D8D8110B5F}" dt="2025-11-04T20:56:07.340" v="577" actId="5793"/>
          <ac:spMkLst>
            <pc:docMk/>
            <pc:sldMk cId="2686619187" sldId="262"/>
            <ac:spMk id="3" creationId="{C566B317-C452-A34F-16F1-7D6BCA160663}"/>
          </ac:spMkLst>
        </pc:spChg>
        <pc:spChg chg="add">
          <ac:chgData name="Cody Uhl" userId="11fec3ed-fd1b-48f9-9f9a-aac12487f9a5" providerId="ADAL" clId="{E9CBC724-D3D6-5FBB-BA83-D5D8D8110B5F}" dt="2025-11-04T20:55:59.116" v="575" actId="26606"/>
          <ac:spMkLst>
            <pc:docMk/>
            <pc:sldMk cId="2686619187" sldId="262"/>
            <ac:spMk id="8" creationId="{777A147A-9ED8-46B4-8660-1B3C2AA880B5}"/>
          </ac:spMkLst>
        </pc:spChg>
        <pc:spChg chg="add">
          <ac:chgData name="Cody Uhl" userId="11fec3ed-fd1b-48f9-9f9a-aac12487f9a5" providerId="ADAL" clId="{E9CBC724-D3D6-5FBB-BA83-D5D8D8110B5F}" dt="2025-11-04T20:55:59.116" v="575" actId="26606"/>
          <ac:spMkLst>
            <pc:docMk/>
            <pc:sldMk cId="2686619187" sldId="262"/>
            <ac:spMk id="10" creationId="{5D6C15A0-C087-4593-8414-2B4EC1CDC3DE}"/>
          </ac:spMkLst>
        </pc:spChg>
      </pc:sldChg>
      <pc:sldChg chg="addSp modSp new mod ord setBg">
        <pc:chgData name="Cody Uhl" userId="11fec3ed-fd1b-48f9-9f9a-aac12487f9a5" providerId="ADAL" clId="{E9CBC724-D3D6-5FBB-BA83-D5D8D8110B5F}" dt="2025-11-04T20:53:19.787" v="534" actId="26606"/>
        <pc:sldMkLst>
          <pc:docMk/>
          <pc:sldMk cId="2625106948" sldId="263"/>
        </pc:sldMkLst>
        <pc:spChg chg="mod">
          <ac:chgData name="Cody Uhl" userId="11fec3ed-fd1b-48f9-9f9a-aac12487f9a5" providerId="ADAL" clId="{E9CBC724-D3D6-5FBB-BA83-D5D8D8110B5F}" dt="2025-11-04T20:53:19.787" v="534" actId="26606"/>
          <ac:spMkLst>
            <pc:docMk/>
            <pc:sldMk cId="2625106948" sldId="263"/>
            <ac:spMk id="2" creationId="{875611F5-9D33-4C97-F22C-67693A0B9257}"/>
          </ac:spMkLst>
        </pc:spChg>
        <pc:spChg chg="mod">
          <ac:chgData name="Cody Uhl" userId="11fec3ed-fd1b-48f9-9f9a-aac12487f9a5" providerId="ADAL" clId="{E9CBC724-D3D6-5FBB-BA83-D5D8D8110B5F}" dt="2025-11-04T20:53:19.787" v="534" actId="26606"/>
          <ac:spMkLst>
            <pc:docMk/>
            <pc:sldMk cId="2625106948" sldId="263"/>
            <ac:spMk id="3" creationId="{DF1F020D-927F-E5B3-9997-1B167D869C66}"/>
          </ac:spMkLst>
        </pc:spChg>
        <pc:spChg chg="add">
          <ac:chgData name="Cody Uhl" userId="11fec3ed-fd1b-48f9-9f9a-aac12487f9a5" providerId="ADAL" clId="{E9CBC724-D3D6-5FBB-BA83-D5D8D8110B5F}" dt="2025-11-04T20:53:19.787" v="534" actId="26606"/>
          <ac:spMkLst>
            <pc:docMk/>
            <pc:sldMk cId="2625106948" sldId="263"/>
            <ac:spMk id="12" creationId="{69D47016-023F-44BD-981C-50E7A10A6609}"/>
          </ac:spMkLst>
        </pc:spChg>
        <pc:spChg chg="add">
          <ac:chgData name="Cody Uhl" userId="11fec3ed-fd1b-48f9-9f9a-aac12487f9a5" providerId="ADAL" clId="{E9CBC724-D3D6-5FBB-BA83-D5D8D8110B5F}" dt="2025-11-04T20:53:19.787" v="534" actId="26606"/>
          <ac:spMkLst>
            <pc:docMk/>
            <pc:sldMk cId="2625106948" sldId="263"/>
            <ac:spMk id="14" creationId="{6D8B37B0-0682-433E-BC8D-498C04ABD9A7}"/>
          </ac:spMkLst>
        </pc:spChg>
        <pc:picChg chg="add mod">
          <ac:chgData name="Cody Uhl" userId="11fec3ed-fd1b-48f9-9f9a-aac12487f9a5" providerId="ADAL" clId="{E9CBC724-D3D6-5FBB-BA83-D5D8D8110B5F}" dt="2025-11-04T20:53:19.787" v="534" actId="26606"/>
          <ac:picMkLst>
            <pc:docMk/>
            <pc:sldMk cId="2625106948" sldId="263"/>
            <ac:picMk id="5" creationId="{C5B6D735-C4FA-755B-CECC-1E5154415D44}"/>
          </ac:picMkLst>
        </pc:picChg>
        <pc:picChg chg="add mod">
          <ac:chgData name="Cody Uhl" userId="11fec3ed-fd1b-48f9-9f9a-aac12487f9a5" providerId="ADAL" clId="{E9CBC724-D3D6-5FBB-BA83-D5D8D8110B5F}" dt="2025-11-04T20:53:19.787" v="534" actId="26606"/>
          <ac:picMkLst>
            <pc:docMk/>
            <pc:sldMk cId="2625106948" sldId="263"/>
            <ac:picMk id="7" creationId="{A638B5D7-00D9-D45E-8BE1-778CF9C8125A}"/>
          </ac:picMkLst>
        </pc:picChg>
      </pc:sldChg>
      <pc:sldChg chg="addSp modSp new mod setBg addAnim">
        <pc:chgData name="Cody Uhl" userId="11fec3ed-fd1b-48f9-9f9a-aac12487f9a5" providerId="ADAL" clId="{E9CBC724-D3D6-5FBB-BA83-D5D8D8110B5F}" dt="2025-11-04T20:57:52.343" v="599"/>
        <pc:sldMkLst>
          <pc:docMk/>
          <pc:sldMk cId="3467825720" sldId="264"/>
        </pc:sldMkLst>
        <pc:spChg chg="mod">
          <ac:chgData name="Cody Uhl" userId="11fec3ed-fd1b-48f9-9f9a-aac12487f9a5" providerId="ADAL" clId="{E9CBC724-D3D6-5FBB-BA83-D5D8D8110B5F}" dt="2025-11-04T20:57:52.341" v="598" actId="26606"/>
          <ac:spMkLst>
            <pc:docMk/>
            <pc:sldMk cId="3467825720" sldId="264"/>
            <ac:spMk id="2" creationId="{9C2A3B93-BB86-0ED0-121C-E5FECDA775F4}"/>
          </ac:spMkLst>
        </pc:spChg>
        <pc:spChg chg="mod">
          <ac:chgData name="Cody Uhl" userId="11fec3ed-fd1b-48f9-9f9a-aac12487f9a5" providerId="ADAL" clId="{E9CBC724-D3D6-5FBB-BA83-D5D8D8110B5F}" dt="2025-11-04T20:57:52.341" v="598" actId="26606"/>
          <ac:spMkLst>
            <pc:docMk/>
            <pc:sldMk cId="3467825720" sldId="264"/>
            <ac:spMk id="3" creationId="{771FB58C-83D7-B461-B5A8-2D3DD1C87176}"/>
          </ac:spMkLst>
        </pc:spChg>
        <pc:spChg chg="add">
          <ac:chgData name="Cody Uhl" userId="11fec3ed-fd1b-48f9-9f9a-aac12487f9a5" providerId="ADAL" clId="{E9CBC724-D3D6-5FBB-BA83-D5D8D8110B5F}" dt="2025-11-04T20:57:52.341" v="598" actId="26606"/>
          <ac:spMkLst>
            <pc:docMk/>
            <pc:sldMk cId="3467825720" sldId="264"/>
            <ac:spMk id="8" creationId="{777A147A-9ED8-46B4-8660-1B3C2AA880B5}"/>
          </ac:spMkLst>
        </pc:spChg>
        <pc:spChg chg="add">
          <ac:chgData name="Cody Uhl" userId="11fec3ed-fd1b-48f9-9f9a-aac12487f9a5" providerId="ADAL" clId="{E9CBC724-D3D6-5FBB-BA83-D5D8D8110B5F}" dt="2025-11-04T20:57:52.341" v="598" actId="26606"/>
          <ac:spMkLst>
            <pc:docMk/>
            <pc:sldMk cId="3467825720" sldId="264"/>
            <ac:spMk id="10" creationId="{5D6C15A0-C087-4593-8414-2B4EC1CDC3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3A905-0F67-D744-BDC9-B78A8EFF40D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638A5-8B3E-3F4A-808B-D0EF0EB27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82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“Hi everyone, we’re Group 5 — Jaxon Ham and Cody Uhl — and today we’ll be presenting our Machine Learning Project 2.</a:t>
            </a:r>
            <a:br>
              <a:rPr lang="en-US"/>
            </a:br>
            <a:r>
              <a:rPr lang="en-US"/>
              <a:t>In this project, we used a Multi-Layer Perceptron to predict whether someone earns more than fifty thousand dollars a year based on demographic and employment data from the UCI Adult Income dataset.”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638A5-8B3E-3F4A-808B-D0EF0EB271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54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“Our main objective was to build a classifier that predicts high or low income using the Adult Income dataset.</a:t>
            </a:r>
            <a:br>
              <a:rPr lang="en-US"/>
            </a:br>
            <a:r>
              <a:rPr lang="en-US"/>
              <a:t>The dataset contains approximately 32,000 rows and 15 features, including both numeric and categorical variables.</a:t>
            </a:r>
          </a:p>
          <a:p>
            <a:r>
              <a:rPr lang="en-US"/>
              <a:t>We started by cleaning the data, performing encoding and scaling, and then used an MLP model tuned with </a:t>
            </a:r>
            <a:r>
              <a:rPr lang="en-US" err="1"/>
              <a:t>GridSearch</a:t>
            </a:r>
            <a:r>
              <a:rPr lang="en-US"/>
              <a:t> CV.</a:t>
            </a:r>
          </a:p>
          <a:p>
            <a:r>
              <a:rPr lang="en-US"/>
              <a:t>Finally, we evaluated performance on a hold-out test set and submitted predictions for the validation file.”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638A5-8B3E-3F4A-808B-D0EF0EB271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67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“For data cleaning, we replaced missing or unknown values — shown as question marks — with </a:t>
            </a:r>
            <a:r>
              <a:rPr lang="en-US" err="1"/>
              <a:t>NaN</a:t>
            </a:r>
            <a:r>
              <a:rPr lang="en-US"/>
              <a:t>, and trimmed extra whitespace in text fields.</a:t>
            </a:r>
          </a:p>
          <a:p>
            <a:r>
              <a:rPr lang="en-US"/>
              <a:t>The target variable was encoded so that ‘greater than fifty K’ became 1 and ‘less than or equal to fifty K’ became 0.</a:t>
            </a:r>
            <a:br>
              <a:rPr lang="en-US"/>
            </a:br>
            <a:r>
              <a:rPr lang="en-US"/>
              <a:t>We also used a stratified 80/20 train-test split to maintain a balanced income distribution.</a:t>
            </a:r>
          </a:p>
          <a:p>
            <a:r>
              <a:rPr lang="en-US"/>
              <a:t>Out of the fifteen columns, we had seven numeric ones like age, capital gain, and hours per week, and eight categorical ones such as </a:t>
            </a:r>
            <a:r>
              <a:rPr lang="en-US" err="1"/>
              <a:t>workclass</a:t>
            </a:r>
            <a:r>
              <a:rPr lang="en-US"/>
              <a:t>, education, occupation, and race.”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638A5-8B3E-3F4A-808B-D0EF0EB271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51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“We used scikit-</a:t>
            </a:r>
            <a:r>
              <a:rPr lang="en-US" err="1"/>
              <a:t>learn’s</a:t>
            </a:r>
            <a:r>
              <a:rPr lang="en-US"/>
              <a:t> </a:t>
            </a:r>
            <a:r>
              <a:rPr lang="en-US" err="1"/>
              <a:t>MLPClassifier</a:t>
            </a:r>
            <a:r>
              <a:rPr lang="en-US"/>
              <a:t> as our estimator.</a:t>
            </a:r>
            <a:br>
              <a:rPr lang="en-US"/>
            </a:br>
            <a:r>
              <a:rPr lang="en-US"/>
              <a:t>The base configuration included 300 maximum iterations, early stopping with a patience of ten epochs, and the Adam solver for optimization.</a:t>
            </a:r>
          </a:p>
          <a:p>
            <a:r>
              <a:rPr lang="en-US"/>
              <a:t>In our </a:t>
            </a:r>
            <a:r>
              <a:rPr lang="en-US" err="1"/>
              <a:t>GridSearch</a:t>
            </a:r>
            <a:r>
              <a:rPr lang="en-US"/>
              <a:t>, we tuned the activation function, hidden-layer sizes, alpha for L2 regularization, and learning rate.</a:t>
            </a:r>
          </a:p>
          <a:p>
            <a:r>
              <a:rPr lang="en-US"/>
              <a:t>This setup allowed us to systematically compare combinations and find the architecture that performed best.”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638A5-8B3E-3F4A-808B-D0EF0EB271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38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“After running five-fold cross-validation, the best parameters we found were:</a:t>
            </a:r>
            <a:br>
              <a:rPr lang="en-US"/>
            </a:br>
            <a:r>
              <a:rPr lang="en-US"/>
              <a:t>a </a:t>
            </a:r>
            <a:r>
              <a:rPr lang="en-US" err="1"/>
              <a:t>ReLU</a:t>
            </a:r>
            <a:r>
              <a:rPr lang="en-US"/>
              <a:t> activation function, hidden layers of 64 and 32 neurons, alpha equal to 0.01, and a learning rate of 0.001 with the Adam optimizer.</a:t>
            </a:r>
          </a:p>
          <a:p>
            <a:r>
              <a:rPr lang="en-US"/>
              <a:t>The average cross-validation accuracy was about 0.8537, which showed good generalization without overfitting.”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638A5-8B3E-3F4A-808B-D0EF0EB271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62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“On our holdout test set, the model achieved an accuracy of around 0.85, with a macro F1 score of 0.78 and a weighted F1 of 0.84.</a:t>
            </a:r>
          </a:p>
          <a:p>
            <a:r>
              <a:rPr lang="en-US"/>
              <a:t>The confusion matrix showed that the model was more conservative when predicting high-income individuals — it had higher precision than recall for the greater-than-50 K class.</a:t>
            </a:r>
          </a:p>
          <a:p>
            <a:r>
              <a:rPr lang="en-US"/>
              <a:t>That means it was less likely to incorrectly label someone as high-income when they weren’t, which can be useful in real-world applications where false positives carry a cost.”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638A5-8B3E-3F4A-808B-D0EF0EB271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97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“Here we can see that early stopping and regularization helped keep the validation loss stable.</a:t>
            </a:r>
            <a:br>
              <a:rPr lang="en-US"/>
            </a:br>
            <a:r>
              <a:rPr lang="en-US"/>
              <a:t>The training curve shows rapid learning in the first few epochs and then plateauing around epoch twenty.</a:t>
            </a:r>
          </a:p>
          <a:p>
            <a:r>
              <a:rPr lang="en-US"/>
              <a:t>This suggests the model reached an optimal state early and avoided over-training — a sign that our parameters and stopping criteria were well-chosen.”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638A5-8B3E-3F4A-808B-D0EF0EB271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52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“For our architecture choice, the 64-32 structure with </a:t>
            </a:r>
            <a:r>
              <a:rPr lang="en-US" err="1"/>
              <a:t>ReLU</a:t>
            </a:r>
            <a:r>
              <a:rPr lang="en-US"/>
              <a:t> activation gave the best balance between accuracy and stability.</a:t>
            </a:r>
          </a:p>
          <a:p>
            <a:r>
              <a:rPr lang="en-US"/>
              <a:t>To control overfitting, we used early stopping, L2 regularization, and five-fold cross-validation.</a:t>
            </a:r>
          </a:p>
          <a:p>
            <a:r>
              <a:rPr lang="en-US"/>
              <a:t>One ethical consideration is that the dataset includes sensitive features like sex and race, which could introduce bias.</a:t>
            </a:r>
            <a:br>
              <a:rPr lang="en-US"/>
            </a:br>
            <a:r>
              <a:rPr lang="en-US"/>
              <a:t>We recommend fairness audits and human oversight for models like this before deployment.</a:t>
            </a:r>
          </a:p>
          <a:p>
            <a:r>
              <a:rPr lang="en-US"/>
              <a:t>Finally, activation functions like </a:t>
            </a:r>
            <a:r>
              <a:rPr lang="en-US" err="1"/>
              <a:t>ReLU</a:t>
            </a:r>
            <a:r>
              <a:rPr lang="en-US"/>
              <a:t> add non-linearity so the MLP can capture complex relationships in the data.”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638A5-8B3E-3F4A-808B-D0EF0EB271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21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“Our code and results are available on GitHub at the link shown here.</a:t>
            </a:r>
          </a:p>
          <a:p>
            <a:r>
              <a:rPr lang="en-US"/>
              <a:t>It includes our main </a:t>
            </a:r>
            <a:r>
              <a:rPr lang="en-US" err="1"/>
              <a:t>Jupyter</a:t>
            </a:r>
            <a:r>
              <a:rPr lang="en-US"/>
              <a:t> notebook, the training and validation scripts, and the predicted output CSV files for submission.</a:t>
            </a:r>
          </a:p>
          <a:p>
            <a:r>
              <a:rPr lang="en-US"/>
              <a:t>Thank you for listening — we’re happy to answer any questions.”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638A5-8B3E-3F4A-808B-D0EF0EB271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29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759C-3783-5AC7-0D5B-3A7C2B61E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721BB-2911-059A-DE0A-090A293C2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5CC8-5ED4-3AC4-CA68-8D55653A0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8D78-8EC3-065F-68AF-2536E44A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B8E8A-E6E3-2377-E5C5-23952E5F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88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6A83-6304-67D2-5DDB-8B793102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381E2-316A-1B26-C985-165D0C64F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01450-5D37-4E97-A2EC-8AFA71AAB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C1CD0-2E1F-3CAB-DB9B-31915CFF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3F60D-D4DA-52B7-B76E-C88866C9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25DB-8520-AEEB-2D5F-714CCC0F7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7E6A3-11BA-F67B-6F06-D9FAB7B83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CE0A1-3725-A246-7ACF-8425477B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ADB85-A42F-6D29-E811-345A177B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F510A-765B-A5C3-BCBB-618523FD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6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AA42-A4FC-252B-6194-C1B1B659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6513-1676-39B0-587E-BB7236DCA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14EBF-F862-8978-5EC1-303FAF35B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96FD9-52C8-6E9D-3E7E-0591203B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BDBA6-2B01-8700-E2A7-1FC6ADA5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6D042-1D2B-D4E1-AA5B-C29B94B1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84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BEA2B-2A17-974E-65C1-215E1898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42905-5F4E-199C-953B-D407AEF39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E45B2-9128-FAAB-2B90-1743E1834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B9716-1945-FBB1-76F3-68D27AF0A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91AEDD-79FC-7C76-2392-18F3B395C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D458E5-D5C9-442B-232B-2BFEE6F6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55A5D1-970A-086D-F621-2ADF23FA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0C2CC-BC9D-372F-FEDD-3E0ABF54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2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B897-C079-EA2D-79D8-96B7F7B0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49C76-48D2-7E28-520A-90EE6DE1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54384-52DD-8768-FCDC-0C2CD032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93039-A121-CC99-32A3-E3BFF458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2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38FD5-6488-4178-C7BB-F6BEB82BD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76C90-35C0-056D-CB62-FEDCEDE39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B87EE-D61E-AFD4-ABB6-641FB020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2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77C8B-62B8-B558-5376-7678CA69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4646F-4D21-CF2C-741C-3ACFE3B94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D7F56-B87F-BEB2-C385-24EDD5D29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79FAA-2212-0E03-7ACC-BB97FA865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5E806-A492-929B-7213-3D81D316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49167-8671-84E5-568F-D5A5B9ED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9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6AC9-926F-3021-6E25-1BE19A65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A9007D-D7F4-FC9B-8369-479FBF154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BFF97-729D-BA15-259C-DD463497C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8B3D1-001E-73E4-4DF4-71D6421BA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2121C-6B75-95C3-2065-FE32D5A3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C460A-36E1-E0FA-ED6F-1FB9BA47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EBAC1-6CB5-FDFF-090D-2A58255E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81581B-58FD-39AF-CD78-1823E11BB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F19E7-E28F-257B-E72A-5CD4320CF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BC288-D094-561F-AC4B-6EA92608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C98EE-AA0D-B272-8D4F-8AE0705A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6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98A4C8-06CB-C710-BF5B-206EEBC8D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792DD-AD30-6D4B-8DBD-3C1D34914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3B0B6-E3BC-56C1-21E8-2932D616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6C09B-BC51-1003-0F84-9A0C5558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C27EE-5467-4C97-F0B6-68D01DFE6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8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74D37-CC1E-D8A1-8E64-4E1595D23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37FDB-815D-F075-DFE0-FDE6ACC56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AF04F-3DBE-C240-EC8A-A0D93CC1D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501E2-324D-6544-BA58-7D9A7A08084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9FC54-24E6-AE6C-8994-162A1083D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0C47A-135E-837E-F7D6-F5A0363DA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771E1-9A5C-1247-BA55-162771F81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80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807E8-0EDD-A5F5-D31B-A4CE4D8B5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200"/>
              <a:t>Machine Learning Project 2 — Applying MLP to the Adult Income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427F5-9AFD-E5F1-3F7F-15CB820D6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 b="1"/>
              <a:t>Course:</a:t>
            </a:r>
            <a:r>
              <a:rPr lang="en-US"/>
              <a:t> DASC 41103 Machine Learning</a:t>
            </a:r>
          </a:p>
          <a:p>
            <a:pPr algn="l"/>
            <a:r>
              <a:rPr lang="en-US" b="1"/>
              <a:t>Authors: </a:t>
            </a:r>
            <a:r>
              <a:rPr lang="en-US"/>
              <a:t>Group 5- Jaxon Ham &amp; Cody Uhl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E2029998-DC67-54B2-ED03-BC821D9043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33" r="14147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5324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855C0-8BC9-B213-E974-1A48AFB5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Project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92E17-7BB5-695C-9902-D3CC71509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Objective:</a:t>
            </a:r>
          </a:p>
          <a:p>
            <a:r>
              <a:rPr lang="en-US" sz="2200"/>
              <a:t>Predict if a person earns </a:t>
            </a:r>
            <a:r>
              <a:rPr lang="en-US" sz="2200" b="1"/>
              <a:t>&gt; $50K</a:t>
            </a:r>
            <a:r>
              <a:rPr lang="en-US" sz="2200"/>
              <a:t> per year using demographic and employment features.</a:t>
            </a:r>
          </a:p>
          <a:p>
            <a:pPr marL="0" indent="0">
              <a:buNone/>
            </a:pPr>
            <a:r>
              <a:rPr lang="en-US" sz="2200" b="1"/>
              <a:t>Dataset:</a:t>
            </a:r>
            <a:endParaRPr lang="en-US" sz="2200"/>
          </a:p>
          <a:p>
            <a:r>
              <a:rPr lang="en-US" sz="2200"/>
              <a:t>Source: UCI Adult Income (</a:t>
            </a:r>
            <a:r>
              <a:rPr lang="en-US" sz="2200" err="1"/>
              <a:t>project_adult.csv</a:t>
            </a:r>
            <a:r>
              <a:rPr lang="en-US" sz="2200"/>
              <a:t>)</a:t>
            </a:r>
          </a:p>
          <a:p>
            <a:r>
              <a:rPr lang="en-US" sz="2200"/>
              <a:t>Rows: ≈ 32 000 | Features: 15 | Target: income (&gt; 50K vs ≤ 50K)</a:t>
            </a:r>
          </a:p>
          <a:p>
            <a:pPr marL="0" indent="0">
              <a:buNone/>
            </a:pPr>
            <a:r>
              <a:rPr lang="en-US" sz="2200" b="1"/>
              <a:t>Tasks:</a:t>
            </a:r>
            <a:endParaRPr lang="en-US" sz="2200"/>
          </a:p>
          <a:p>
            <a:r>
              <a:rPr lang="en-US" sz="2200"/>
              <a:t>Clean and preprocess data</a:t>
            </a:r>
          </a:p>
          <a:p>
            <a:r>
              <a:rPr lang="en-US" sz="2200"/>
              <a:t>Build MLP model with </a:t>
            </a:r>
            <a:r>
              <a:rPr lang="en-US" sz="2200" err="1"/>
              <a:t>GridSearchCV</a:t>
            </a:r>
            <a:endParaRPr lang="en-US" sz="2200"/>
          </a:p>
          <a:p>
            <a:r>
              <a:rPr lang="en-US" sz="2200"/>
              <a:t>Evaluate on holdout test set</a:t>
            </a:r>
          </a:p>
          <a:p>
            <a:r>
              <a:rPr lang="en-US" sz="2200"/>
              <a:t>Predict validation inputs → CSV submission</a:t>
            </a:r>
          </a:p>
        </p:txBody>
      </p:sp>
    </p:spTree>
    <p:extLst>
      <p:ext uri="{BB962C8B-B14F-4D97-AF65-F5344CB8AC3E}">
        <p14:creationId xmlns:p14="http://schemas.microsoft.com/office/powerpoint/2010/main" val="65582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26F3A-3EEA-6DD6-52B9-F831D7B1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Data Preparation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6B317-C452-A34F-16F1-7D6BCA160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Cleaning Steps:</a:t>
            </a:r>
            <a:endParaRPr lang="en-US" sz="2200"/>
          </a:p>
          <a:p>
            <a:r>
              <a:rPr lang="en-US" sz="2200"/>
              <a:t>Replaced "?" and blanks with </a:t>
            </a:r>
            <a:r>
              <a:rPr lang="en-US" sz="2200" err="1"/>
              <a:t>NaN</a:t>
            </a:r>
            <a:endParaRPr lang="en-US" sz="2200"/>
          </a:p>
          <a:p>
            <a:r>
              <a:rPr lang="en-US" sz="2200"/>
              <a:t>Trimmed whitespace from string columns</a:t>
            </a:r>
          </a:p>
          <a:p>
            <a:r>
              <a:rPr lang="en-US" sz="2200"/>
              <a:t>Encoded target (&gt;50K → 1, ≤50K → 0)</a:t>
            </a:r>
          </a:p>
          <a:p>
            <a:r>
              <a:rPr lang="en-US" sz="2200"/>
              <a:t>Stratified 80/20 train-test split</a:t>
            </a:r>
          </a:p>
          <a:p>
            <a:pPr marL="0" indent="0">
              <a:buNone/>
            </a:pPr>
            <a:r>
              <a:rPr lang="en-US" sz="2200" b="1"/>
              <a:t>Feature Types:</a:t>
            </a:r>
            <a:endParaRPr lang="en-US" sz="2200"/>
          </a:p>
          <a:p>
            <a:r>
              <a:rPr lang="en-US" sz="2200" b="1"/>
              <a:t>7 Numeric Columns:</a:t>
            </a:r>
            <a:r>
              <a:rPr lang="en-US" sz="2200"/>
              <a:t> Unnamed: 0, age, </a:t>
            </a:r>
            <a:r>
              <a:rPr lang="en-US" sz="2200" err="1"/>
              <a:t>fnlwgt</a:t>
            </a:r>
            <a:r>
              <a:rPr lang="en-US" sz="2200"/>
              <a:t>, education-num, capital-gain, capital-loss, hours-per-week</a:t>
            </a:r>
          </a:p>
          <a:p>
            <a:r>
              <a:rPr lang="en-US" sz="2200" b="1"/>
              <a:t>8 Categorical Columns:</a:t>
            </a:r>
            <a:r>
              <a:rPr lang="en-US" sz="2200"/>
              <a:t> </a:t>
            </a:r>
            <a:r>
              <a:rPr lang="en-US" sz="2200" err="1"/>
              <a:t>workclass</a:t>
            </a:r>
            <a:r>
              <a:rPr lang="en-US" sz="2200"/>
              <a:t>, education, marital-status, occupation, relationship, race, sex, native-country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68661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846AC-F72A-7681-6D31-1EF8C8DE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MLP Model Setup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B4DF084-3FE0-9883-451B-E1A78C9DC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6560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Estimator: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effectLst/>
              </a:rPr>
              <a:t>MLPClassifier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(scikit-learn)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Base Parameters:</a:t>
            </a:r>
            <a:endParaRPr kumimoji="0"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err="1">
                <a:ln>
                  <a:noFill/>
                </a:ln>
                <a:effectLst/>
              </a:rPr>
              <a:t>max_iter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= 300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err="1">
                <a:ln>
                  <a:noFill/>
                </a:ln>
                <a:effectLst/>
              </a:rPr>
              <a:t>early_stopping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= True,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effectLst/>
              </a:rPr>
              <a:t>n_iter_no_change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= 10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solver = '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effectLst/>
              </a:rPr>
              <a:t>adam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',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effectLst/>
              </a:rPr>
              <a:t>random_state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effectLst/>
              </a:rPr>
              <a:t> = 42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err="1">
                <a:ln>
                  <a:noFill/>
                </a:ln>
                <a:effectLst/>
              </a:rPr>
              <a:t>GridSearch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effectLst/>
              </a:rPr>
              <a:t> Parameters:</a:t>
            </a:r>
            <a:endParaRPr kumimoji="0" lang="en-US" altLang="en-US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9D46F9-54E1-A45A-6735-BE7CC327C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10854"/>
              </p:ext>
            </p:extLst>
          </p:nvPr>
        </p:nvGraphicFramePr>
        <p:xfrm>
          <a:off x="630936" y="2332274"/>
          <a:ext cx="10917936" cy="38766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16660">
                  <a:extLst>
                    <a:ext uri="{9D8B030D-6E8A-4147-A177-3AD203B41FA5}">
                      <a16:colId xmlns:a16="http://schemas.microsoft.com/office/drawing/2014/main" val="1031696794"/>
                    </a:ext>
                  </a:extLst>
                </a:gridCol>
                <a:gridCol w="6701276">
                  <a:extLst>
                    <a:ext uri="{9D8B030D-6E8A-4147-A177-3AD203B41FA5}">
                      <a16:colId xmlns:a16="http://schemas.microsoft.com/office/drawing/2014/main" val="1460871392"/>
                    </a:ext>
                  </a:extLst>
                </a:gridCol>
              </a:tblGrid>
              <a:tr h="646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u="sng" cap="none" spc="0">
                          <a:solidFill>
                            <a:schemeClr val="tx1"/>
                          </a:solidFill>
                        </a:rPr>
                        <a:t>Hyperparameter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u="sng" cap="none" spc="0">
                          <a:solidFill>
                            <a:schemeClr val="tx1"/>
                          </a:solidFill>
                        </a:rPr>
                        <a:t>Values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929410"/>
                  </a:ext>
                </a:extLst>
              </a:tr>
              <a:tr h="646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Hidden Layers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(64,), (128,), (64, 32), (128, 64)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688143"/>
                  </a:ext>
                </a:extLst>
              </a:tr>
              <a:tr h="646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Activation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ReLU, tanh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433606"/>
                  </a:ext>
                </a:extLst>
              </a:tr>
              <a:tr h="646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Alpha (L2)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1e-4, 1e-3, 1e-2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047073"/>
                  </a:ext>
                </a:extLst>
              </a:tr>
              <a:tr h="646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Learning Rate Init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0.001, 0.0005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808626"/>
                  </a:ext>
                </a:extLst>
              </a:tr>
              <a:tr h="646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Solver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cap="none" spc="0">
                          <a:solidFill>
                            <a:schemeClr val="tx1"/>
                          </a:solidFill>
                        </a:rPr>
                        <a:t>Adam</a:t>
                      </a:r>
                    </a:p>
                  </a:txBody>
                  <a:tcPr marL="0" marR="230223" marT="52388" marB="1746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246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83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128EB-DBA6-33EA-34DB-CF0146DB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Cross-Validation Results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6B245-B842-13BD-3F52-CDA746691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b="1"/>
              <a:t>Best Parameters Found:</a:t>
            </a:r>
            <a:endParaRPr lang="en-US" sz="2200"/>
          </a:p>
          <a:p>
            <a:r>
              <a:rPr lang="en-US" sz="2200"/>
              <a:t>Activation = </a:t>
            </a:r>
            <a:r>
              <a:rPr lang="en-US" sz="2200" b="1"/>
              <a:t>ReLU</a:t>
            </a:r>
            <a:endParaRPr lang="en-US" sz="2200"/>
          </a:p>
          <a:p>
            <a:r>
              <a:rPr lang="en-US" sz="2200"/>
              <a:t>Hidden Layers = </a:t>
            </a:r>
            <a:r>
              <a:rPr lang="en-US" sz="2200" b="1"/>
              <a:t>(64, 32)</a:t>
            </a:r>
            <a:endParaRPr lang="en-US" sz="2200"/>
          </a:p>
          <a:p>
            <a:r>
              <a:rPr lang="en-US" sz="2200"/>
              <a:t>Alpha = </a:t>
            </a:r>
            <a:r>
              <a:rPr lang="en-US" sz="2200" b="1"/>
              <a:t>0.01</a:t>
            </a:r>
            <a:endParaRPr lang="en-US" sz="2200"/>
          </a:p>
          <a:p>
            <a:r>
              <a:rPr lang="en-US" sz="2200"/>
              <a:t>Learning Rate = </a:t>
            </a:r>
            <a:r>
              <a:rPr lang="en-US" sz="2200" b="1"/>
              <a:t>0.001</a:t>
            </a:r>
            <a:endParaRPr lang="en-US" sz="2200"/>
          </a:p>
          <a:p>
            <a:r>
              <a:rPr lang="en-US" sz="2200"/>
              <a:t>Solver = </a:t>
            </a:r>
            <a:r>
              <a:rPr lang="en-US" sz="2200" b="1"/>
              <a:t>Adam</a:t>
            </a:r>
            <a:endParaRPr lang="en-US" sz="2200"/>
          </a:p>
          <a:p>
            <a:r>
              <a:rPr lang="en-US" sz="2200" b="1"/>
              <a:t>5-Fold CV Accuracy:</a:t>
            </a:r>
            <a:r>
              <a:rPr lang="en-US" sz="2200"/>
              <a:t> </a:t>
            </a:r>
            <a:r>
              <a:rPr lang="en-US" sz="2200" b="1"/>
              <a:t>0.8537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962154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FB2D8-2317-3F21-E8C3-15DD196F0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Holdout Test Performance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F1087C5-6F59-B2A8-A8BA-35A579F0C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295" y="502920"/>
            <a:ext cx="6894576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Holdout Accuracy: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0.8495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Macro F1: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0.78  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Weighted F1: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 0.84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</a:rPr>
              <a:t>Confusion Matrix: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</a:endParaRP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	[[3666 290] 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	[ 494 760]]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42763F-E211-6A45-7DC2-CE31099FA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455589"/>
              </p:ext>
            </p:extLst>
          </p:nvPr>
        </p:nvGraphicFramePr>
        <p:xfrm>
          <a:off x="3263598" y="2795380"/>
          <a:ext cx="5652613" cy="2950464"/>
        </p:xfrm>
        <a:graphic>
          <a:graphicData uri="http://schemas.openxmlformats.org/drawingml/2006/table">
            <a:tbl>
              <a:tblPr firstRow="1" bandRow="1"/>
              <a:tblGrid>
                <a:gridCol w="2300394">
                  <a:extLst>
                    <a:ext uri="{9D8B030D-6E8A-4147-A177-3AD203B41FA5}">
                      <a16:colId xmlns:a16="http://schemas.microsoft.com/office/drawing/2014/main" val="3381045549"/>
                    </a:ext>
                  </a:extLst>
                </a:gridCol>
                <a:gridCol w="1668834">
                  <a:extLst>
                    <a:ext uri="{9D8B030D-6E8A-4147-A177-3AD203B41FA5}">
                      <a16:colId xmlns:a16="http://schemas.microsoft.com/office/drawing/2014/main" val="2922978390"/>
                    </a:ext>
                  </a:extLst>
                </a:gridCol>
                <a:gridCol w="1683385">
                  <a:extLst>
                    <a:ext uri="{9D8B030D-6E8A-4147-A177-3AD203B41FA5}">
                      <a16:colId xmlns:a16="http://schemas.microsoft.com/office/drawing/2014/main" val="516948939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u="sng"/>
                        <a:t>Metric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u="sng"/>
                        <a:t>≤</a:t>
                      </a:r>
                      <a:r>
                        <a:rPr lang="en-US" sz="3300" u="sng"/>
                        <a:t> </a:t>
                      </a:r>
                      <a:r>
                        <a:rPr lang="en-US" sz="3300" b="1" u="sng"/>
                        <a:t>50K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u="sng"/>
                        <a:t>&gt; 50K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0632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/>
                        <a:t>Precision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0.88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0.72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080064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/>
                        <a:t>Recall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0.93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0.61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31239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/>
                        <a:t>F1-Score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0.90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0.66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859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396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611F5-9D33-4C97-F22C-67693A0B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/>
              <a:t>Performance Visualization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F020D-927F-E5B3-9997-1B167D869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1700" b="1"/>
              <a:t>Insights:</a:t>
            </a:r>
            <a:endParaRPr lang="en-US" sz="1700"/>
          </a:p>
          <a:p>
            <a:r>
              <a:rPr lang="en-US" sz="1700"/>
              <a:t>Early stopping + regularization kept validation loss stable</a:t>
            </a:r>
          </a:p>
          <a:p>
            <a:r>
              <a:rPr lang="en-US" sz="1700"/>
              <a:t>Model learns quickly and plateaus ≈ epoch 20</a:t>
            </a:r>
          </a:p>
          <a:p>
            <a:r>
              <a:rPr lang="en-US" sz="1700"/>
              <a:t>Precision &gt; Recall for &gt; 50K → conservative classification</a:t>
            </a:r>
          </a:p>
          <a:p>
            <a:endParaRPr lang="en-US" sz="1700"/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C5B6D735-C4FA-755B-CECC-1E5154415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020" y="2569464"/>
            <a:ext cx="4604760" cy="3678936"/>
          </a:xfrm>
          <a:prstGeom prst="rect">
            <a:avLst/>
          </a:prstGeom>
        </p:spPr>
      </p:pic>
      <p:pic>
        <p:nvPicPr>
          <p:cNvPr id="7" name="Picture 6" descr="A graph of a curve&#10;&#10;AI-generated content may be incorrect.">
            <a:extLst>
              <a:ext uri="{FF2B5EF4-FFF2-40B4-BE49-F238E27FC236}">
                <a16:creationId xmlns:a16="http://schemas.microsoft.com/office/drawing/2014/main" id="{A638B5D7-00D9-D45E-8BE1-778CF9C81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172" y="2569464"/>
            <a:ext cx="4604760" cy="367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06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5E7EE-A376-9199-7513-7E0E54B9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Reflection &amp; Conceptual Questions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EB300-4020-A3DC-5063-1801B9995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457200" indent="-457200">
              <a:buAutoNum type="alphaLcParenR"/>
            </a:pPr>
            <a:r>
              <a:rPr lang="en-US" sz="2200" b="1"/>
              <a:t>Architecture Choice:</a:t>
            </a:r>
          </a:p>
          <a:p>
            <a:r>
              <a:rPr lang="en-US" sz="2200"/>
              <a:t>(64, 32) + </a:t>
            </a:r>
            <a:r>
              <a:rPr lang="en-US" sz="2200" err="1"/>
              <a:t>ReLU</a:t>
            </a:r>
            <a:r>
              <a:rPr lang="en-US" sz="2200"/>
              <a:t> → best balance of accuracy and stability</a:t>
            </a:r>
          </a:p>
          <a:p>
            <a:pPr marL="0" indent="0">
              <a:buNone/>
            </a:pPr>
            <a:r>
              <a:rPr lang="en-US" sz="2200" b="1"/>
              <a:t>(b) Overfitting Control:</a:t>
            </a:r>
          </a:p>
          <a:p>
            <a:r>
              <a:rPr lang="en-US" sz="2200"/>
              <a:t>Early stopping | L2 regularization | 5-fold CV</a:t>
            </a:r>
          </a:p>
          <a:p>
            <a:pPr marL="0" indent="0">
              <a:buNone/>
            </a:pPr>
            <a:r>
              <a:rPr lang="en-US" sz="2200" b="1"/>
              <a:t>(c) Ethical Concerns:</a:t>
            </a:r>
          </a:p>
          <a:p>
            <a:r>
              <a:rPr lang="en-US" sz="2200"/>
              <a:t>Bias in features (“sex”, “race”) → need fairness audits + human oversight</a:t>
            </a:r>
          </a:p>
          <a:p>
            <a:pPr marL="0" indent="0">
              <a:buNone/>
            </a:pPr>
            <a:r>
              <a:rPr lang="en-US" sz="2200" b="1"/>
              <a:t>(d) Activation Functions:</a:t>
            </a:r>
          </a:p>
          <a:p>
            <a:r>
              <a:rPr lang="en-US" sz="2200"/>
              <a:t>Add non-linearity → enable MLP to model complex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355826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A3B93-BB86-0ED0-121C-E5FECDA7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Github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B58C-83D7-B461-B5A8-2D3DD1C87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https://</a:t>
            </a:r>
            <a:r>
              <a:rPr lang="en-US" sz="2200" err="1"/>
              <a:t>github.com</a:t>
            </a:r>
            <a:r>
              <a:rPr lang="en-US" sz="2200"/>
              <a:t>/</a:t>
            </a:r>
            <a:r>
              <a:rPr lang="en-US" sz="2200" err="1"/>
              <a:t>coaluh</a:t>
            </a:r>
            <a:r>
              <a:rPr lang="en-US" sz="2200"/>
              <a:t>/</a:t>
            </a:r>
            <a:r>
              <a:rPr lang="en-US" sz="2200" err="1"/>
              <a:t>ML_Project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6782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4C45B84D53ED47AA1B22C6BD980C55" ma:contentTypeVersion="7" ma:contentTypeDescription="Create a new document." ma:contentTypeScope="" ma:versionID="84257352767379ecf1cf1b8b5f61c2c0">
  <xsd:schema xmlns:xsd="http://www.w3.org/2001/XMLSchema" xmlns:xs="http://www.w3.org/2001/XMLSchema" xmlns:p="http://schemas.microsoft.com/office/2006/metadata/properties" xmlns:ns2="75bd106b-5607-45a5-8c15-c49f8136fac0" targetNamespace="http://schemas.microsoft.com/office/2006/metadata/properties" ma:root="true" ma:fieldsID="2626cab44da2009eb2c1b1dcdf4c33ff" ns2:_="">
    <xsd:import namespace="75bd106b-5607-45a5-8c15-c49f8136fa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bd106b-5607-45a5-8c15-c49f8136fa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E943C0-68C2-439D-9A33-9FEE0884F69B}">
  <ds:schemaRefs>
    <ds:schemaRef ds:uri="75bd106b-5607-45a5-8c15-c49f8136fa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19B7C3F-3C47-4D33-86B7-FF2F50AC41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FE0F52-4D11-47B8-B692-C6B049BA556C}">
  <ds:schemaRefs>
    <ds:schemaRef ds:uri="75bd106b-5607-45a5-8c15-c49f8136fa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Machine Learning Project 2 — Applying MLP to the Adult Income Dataset</vt:lpstr>
      <vt:lpstr>Project Overview</vt:lpstr>
      <vt:lpstr>Data Preparation</vt:lpstr>
      <vt:lpstr>MLP Model Setup</vt:lpstr>
      <vt:lpstr>Cross-Validation Results</vt:lpstr>
      <vt:lpstr>Holdout Test Performance</vt:lpstr>
      <vt:lpstr>Performance Visualization</vt:lpstr>
      <vt:lpstr>Reflection &amp; Conceptual Questions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Cody Uhl</dc:creator>
  <cp:revision>1</cp:revision>
  <dcterms:created xsi:type="dcterms:W3CDTF">2025-11-04T17:24:31Z</dcterms:created>
  <dcterms:modified xsi:type="dcterms:W3CDTF">2025-11-06T18:15:57Z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0x0101009F4C45B84D53ED47AA1B22C6BD980C55</vt:lpwstr>
  </property>
</Properties>
</file>